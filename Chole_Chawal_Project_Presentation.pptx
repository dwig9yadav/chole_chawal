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200">
                <a:solidFill>
                  <a:srgbClr val="FFFFFF"/>
                </a:solidFill>
              </a:defRPr>
            </a:pPr>
            <a:r>
              <a:t>VoxAI: Real-Time Voice AI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E2E8F0"/>
                </a:solidFill>
              </a:defRPr>
            </a:pPr>
            <a:r>
              <a:t>Project Presentation | Team Name: Chole Chawal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BFDBFE"/>
                </a:solidFill>
              </a:defRPr>
            </a:pPr>
            <a:r>
              <a:t>Voice-first learning, retrieval-augmented reasoning, and intelligent actions in one unified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b="1" sz="3000">
                <a:solidFill>
                  <a:srgbClr val="0F172A"/>
                </a:solidFill>
              </a:defRPr>
            </a:pPr>
            <a:r>
              <a:t>1) Problem Statement and Vision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Students and knowledge workers need faster ways to ask, understand, and revise complex topics.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Traditional chat systems are text-heavy and disconnected from personal study materials.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VoxAI solves this through voice-first interaction with contextual answers grounded in uploaded PDFs.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Our vision: an always-available AI study companion that can listen, retrieve, reason, and speak back.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Team Chole Chawal focused on practical learning workflows: ask questions, run tools, generate quizzes, and revise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b="1" sz="3000">
                <a:solidFill>
                  <a:srgbClr val="0F172A"/>
                </a:solidFill>
              </a:defRPr>
            </a:pPr>
            <a:r>
              <a:t>2) 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Frontend: React + Vite application for chat, voice controls, settings, and dashboards.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Backend: FastAPI service with REST APIs, health endpoints, and WebSocket real-time communication.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RAG Pipeline: PDF ingestion, embedding generation, FAISS retrieval, and context injection.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Agent Layer: Orchestrates model responses and tool calls like search, calculator, and summarizer.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Voice Layer: STT for speech-to-text input and TTS for spoken response playback.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Data and Infra: PostgreSQL/SQLAlchemy, Redis/rate limiting, Dockerized deployment options.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b="1" sz="3000">
                <a:solidFill>
                  <a:srgbClr val="0F172A"/>
                </a:solidFill>
              </a:defRPr>
            </a:pPr>
            <a:r>
              <a:t>3) Key Features Delivered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Voice-first Q&amp;A: users can ask by voice and receive spoken answers.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Document-grounded responses: upload PDFs, rebuild index, and retrieve top relevant chunks.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Agent tools: web search, calculator, and summarization for action-oriented responses.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Quiz generation mode: turn study topics into quick revision questions.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Real-time chat: WebSocket endpoint for responsive and interactive sessions.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User and security capabilities: JWT auth, password hashing, CORS, and request rate limiting.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b="1" sz="3000">
                <a:solidFill>
                  <a:srgbClr val="0F172A"/>
                </a:solidFill>
              </a:defRPr>
            </a:pPr>
            <a:r>
              <a:t>4) Technology Stack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Frontend: React 18, Vite 5, TailwindCSS, Framer Motion, Zustand, Axios.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Backend: FastAPI, Uvicorn, Pydantic, SlowAPI, SQLAlchemy, Alembic.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AI/ML: OpenAI + Groq integrations, SentenceTransformers, FAISS, PyTorch CPU.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Voice: browser SpeechRecognition, backend STT pipeline, gTTS-based synthesis.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Storage and data: PostgreSQL, Redis, local embedding and PDF data directories.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DevOps: Docker, Docker Compose, environment-driven config, structured JSON logging.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b="1" sz="3000">
                <a:solidFill>
                  <a:srgbClr val="0F172A"/>
                </a:solidFill>
              </a:defRPr>
            </a:pPr>
            <a:r>
              <a:t>5) End-to-End Workflow and APIs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Step 1: User uploads PDF via /api/upload-pdf; backend ingests and rebuilds retrieval index.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Step 2: User asks a question using text or audio; STT converts speech into text query.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Step 3: Retrieval module fetches relevant chunks; agent composes grounded answer + optional tools.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Step 4: Response returned over REST/WebSocket and optionally converted to audio via /api/tts.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Core endpoints include /api/query, /api/quiz, /api/stt, /api/tts, and /health.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Outcome: low-latency, context-aware, multi-modal interaction optimized for learning use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</a:defRPr>
            </a:pPr>
            <a:r>
              <a:t>6) Security, Impact, and Future Roadmap</a:t>
            </a:r>
          </a:p>
          <a:p>
            <a:pPr>
              <a:spcAft>
                <a:spcPts val="700"/>
              </a:spcAft>
              <a:defRPr sz="2100">
                <a:solidFill>
                  <a:srgbClr val="DBEAFE"/>
                </a:solidFill>
              </a:defRPr>
            </a:pPr>
            <a:r>
              <a:t>Security posture: JWT authentication, bcrypt hashing, Pydantic validation, and CORS/rate controls.</a:t>
            </a:r>
          </a:p>
          <a:p>
            <a:pPr>
              <a:spcAft>
                <a:spcPts val="700"/>
              </a:spcAft>
              <a:defRPr sz="2100">
                <a:solidFill>
                  <a:srgbClr val="DBEAFE"/>
                </a:solidFill>
              </a:defRPr>
            </a:pPr>
            <a:r>
              <a:t>Operational readiness: health checks, logging, Docker-based deployment, and scalable service boundaries.</a:t>
            </a:r>
          </a:p>
          <a:p>
            <a:pPr>
              <a:spcAft>
                <a:spcPts val="700"/>
              </a:spcAft>
              <a:defRPr sz="2100">
                <a:solidFill>
                  <a:srgbClr val="DBEAFE"/>
                </a:solidFill>
              </a:defRPr>
            </a:pPr>
            <a:r>
              <a:t>Learning impact: faster revision, stronger concept clarity, and improved accessibility via voice.</a:t>
            </a:r>
          </a:p>
          <a:p>
            <a:pPr>
              <a:spcAft>
                <a:spcPts val="700"/>
              </a:spcAft>
              <a:defRPr sz="2100">
                <a:solidFill>
                  <a:srgbClr val="DBEAFE"/>
                </a:solidFill>
              </a:defRPr>
            </a:pPr>
            <a:r>
              <a:t>Future roadmap: streaming token responses, multilingual voice models, user analytics dashboards, and deeper personalization.</a:t>
            </a:r>
          </a:p>
          <a:p>
            <a:pPr>
              <a:spcAft>
                <a:spcPts val="700"/>
              </a:spcAft>
              <a:defRPr sz="2100">
                <a:solidFill>
                  <a:srgbClr val="DBEAFE"/>
                </a:solidFill>
              </a:defRPr>
            </a:pPr>
            <a:r>
              <a:t>Team Name: Chole Chawal</a:t>
            </a:r>
          </a:p>
          <a:p>
            <a:pPr>
              <a:spcAft>
                <a:spcPts val="700"/>
              </a:spcAft>
              <a:defRPr sz="2100">
                <a:solidFill>
                  <a:srgbClr val="DBEAFE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